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10"/>
  </p:normalViewPr>
  <p:slideViewPr>
    <p:cSldViewPr snapToGrid="0" snapToObjects="1">
      <p:cViewPr>
        <p:scale>
          <a:sx n="152" d="100"/>
          <a:sy n="152" d="100"/>
        </p:scale>
        <p:origin x="36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26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3840480"/>
          </a:xfrm>
          <a:prstGeom prst="roundRect">
            <a:avLst>
              <a:gd name="adj" fmla="val 3571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E-Commerce Platform on AWS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 ·  Kubernetes  ·  GitOps  ·  AI-Powered Shopping Assistant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240280"/>
            <a:ext cx="6400800" cy="0"/>
          </a:xfrm>
          <a:prstGeom prst="line">
            <a:avLst/>
          </a:prstGeom>
          <a:noFill/>
          <a:ln w="12700">
            <a:solidFill>
              <a:srgbClr val="00B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38528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1938528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82696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7B42BC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2088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71032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EF7B4D"/>
          </a:solidFill>
          <a:ln/>
        </p:spPr>
      </p:sp>
      <p:sp>
        <p:nvSpPr>
          <p:cNvPr id="18" name="Text 16"/>
          <p:cNvSpPr/>
          <p:nvPr/>
        </p:nvSpPr>
        <p:spPr>
          <a:xfrm>
            <a:off x="5971032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377440"/>
            <a:ext cx="1234440" cy="347472"/>
          </a:xfrm>
          <a:prstGeom prst="roundRect">
            <a:avLst>
              <a:gd name="adj" fmla="val 18421"/>
            </a:avLst>
          </a:prstGeom>
          <a:solidFill>
            <a:srgbClr val="0F168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Evaluation  |  Production-Grade Cloud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 ·  Kubernetes-Native  ·  Zero Static Credentials  ·  GitOps-Driven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VastraCo?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 fashion e-commerce platform with 5 microservices deployed on Amazon EKS.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Vite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 UI served via nginx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JWT, user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Catalog, S3 product images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lifecycle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FastAPI + LangGraph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Groq-powered shopping assistant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041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4114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containerized · All deployed to Kubernetes · All secrets managed via AWS Secrets Manager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64288C-233E-BE38-B110-3B796050134C}"/>
              </a:ext>
            </a:extLst>
          </p:cNvPr>
          <p:cNvSpPr txBox="1"/>
          <p:nvPr/>
        </p:nvSpPr>
        <p:spPr>
          <a:xfrm>
            <a:off x="2286000" y="23882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F457E-F1F6-D556-846B-B705D072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Infrastructure — Terraform-Provisioned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0A306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B4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10.0.0.0/16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" y="1362456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Public Subnets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" y="1709928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Private App Subnets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" y="2057400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40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Private DB Subnets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" y="2404872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Gateway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" y="2752344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NAT Gateway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" y="3099816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Interface Endpoints: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1752" y="3447288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 · Secrets Mgr · SSM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Gateway Endpoint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" y="4142232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154680" y="82296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1A0A3C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822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B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Storage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1.31 on t3.medium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27832" y="1362456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desired=2, max=3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 (5 repos, IMMUTABLE)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27832" y="2057400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340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PostgreSQL 16.14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27832" y="2404872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db.t3.micro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Product Images Bucket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27832" y="3099816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Distribution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27832" y="3794760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PriceClass_100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0760" y="82296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0A1A0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822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B4FF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Observability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CMK (alias/vastraco-prod)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53912" y="1362456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(3 secrets)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3912" y="1709928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(CloudFront scope)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53912" y="2057400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2340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Certificate: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53912" y="2404872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vastraco.online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5508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*.vastraco.online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Alarms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53912" y="3447288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email alerts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53912" y="3794760"/>
            <a:ext cx="54864" cy="54864"/>
          </a:xfrm>
          <a:prstGeom prst="ellipse">
            <a:avLst/>
          </a:prstGeom>
          <a:solidFill>
            <a:srgbClr val="00B4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— Terraform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A203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state bucket: vastraco-terraform-state-63f1696f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lock table: vastraco-terraform-locks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306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200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2A2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306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2A2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irsa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1460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1A0A3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4904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200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secretsmanager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306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8348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2A1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8348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2A1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148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cloudfront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297180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A3060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route53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" y="2651760"/>
            <a:ext cx="0" cy="32004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1952" y="2651760"/>
            <a:ext cx="0" cy="320040"/>
          </a:xfrm>
          <a:prstGeom prst="line">
            <a:avLst/>
          </a:prstGeom>
          <a:noFill/>
          <a:ln w="12700">
            <a:solidFill>
              <a:srgbClr val="C840E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035808" y="2651760"/>
            <a:ext cx="0" cy="320040"/>
          </a:xfrm>
          <a:prstGeom prst="line">
            <a:avLst/>
          </a:prstGeom>
          <a:noFill/>
          <a:ln w="12700">
            <a:solidFill>
              <a:srgbClr val="00E5A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566160" y="3218688"/>
            <a:ext cx="18288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395728"/>
            <a:ext cx="141732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39128" y="2651760"/>
            <a:ext cx="0" cy="32004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04688" y="2395728"/>
            <a:ext cx="713232" cy="0"/>
          </a:xfrm>
          <a:prstGeom prst="line">
            <a:avLst/>
          </a:prstGeom>
          <a:noFill/>
          <a:ln w="12700">
            <a:solidFill>
              <a:srgbClr val="FF4D6D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28600" y="4041648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S3 Backend  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DynamoDB state locking  ·  </a:t>
            </a: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AWS providers: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default (ap-south-1) + us-east-1 alias for WAF &amp; ACM (required by CloudFront)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 — Zero Trust by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645920" cy="3977640"/>
          </a:xfrm>
          <a:prstGeom prst="roundRect">
            <a:avLst>
              <a:gd name="adj" fmla="val 4444"/>
            </a:avLst>
          </a:prstGeom>
          <a:solidFill>
            <a:srgbClr val="1A0A0A"/>
          </a:solidFill>
          <a:ln w="19050">
            <a:solidFill>
              <a:srgbClr val="FF4D6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932688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(OWASP rules, rate limiting) on CloudFront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25328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minimum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3191256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protection via CloudFront Shield Standard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822960"/>
            <a:ext cx="1645920" cy="3977640"/>
          </a:xfrm>
          <a:prstGeom prst="roundRect">
            <a:avLst>
              <a:gd name="adj" fmla="val 4444"/>
            </a:avLst>
          </a:prstGeom>
          <a:solidFill>
            <a:srgbClr val="0A1A0A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932688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in public subnets, EKS nodes in private subnets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57400" y="25328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in isolated DB subnets (10.0.20-21.0/24)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57400" y="3191256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SGs: RDS allows only EKS node SG on port 5432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49624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IPs on nodes or RDS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30752" y="822960"/>
            <a:ext cx="1645920" cy="3977640"/>
          </a:xfrm>
          <a:prstGeom prst="roundRect">
            <a:avLst>
              <a:gd name="adj" fmla="val 4444"/>
            </a:avLst>
          </a:prstGeom>
          <a:solidFill>
            <a:srgbClr val="0A0A2A"/>
          </a:solidFill>
          <a:ln w="1905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25112" y="93268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325112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30752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— no static AWS credentials in pods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22192" y="25328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IAM roles: user-svc, product-svc, order-svc, ai-svc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192" y="3191256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policy locked by namespace + service account name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95544" y="822960"/>
            <a:ext cx="1645920" cy="3977640"/>
          </a:xfrm>
          <a:prstGeom prst="roundRect">
            <a:avLst>
              <a:gd name="adj" fmla="val 4444"/>
            </a:avLst>
          </a:prstGeom>
          <a:solidFill>
            <a:srgbClr val="1A0A2A"/>
          </a:solidFill>
          <a:ln w="19050">
            <a:solidFill>
              <a:srgbClr val="C840E9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932688"/>
            <a:ext cx="457200" cy="457200"/>
          </a:xfrm>
          <a:prstGeom prst="ellipse">
            <a:avLst/>
          </a:prstGeom>
          <a:solidFill>
            <a:srgbClr val="C840E9"/>
          </a:solidFill>
          <a:ln/>
        </p:spPr>
      </p:sp>
      <p:sp>
        <p:nvSpPr>
          <p:cNvPr id="29" name="Text 27"/>
          <p:cNvSpPr/>
          <p:nvPr/>
        </p:nvSpPr>
        <p:spPr>
          <a:xfrm>
            <a:off x="6089904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95544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86984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CMK encrypts RDS, Secrets Manager, S3, CloudWatch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86984" y="25328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Driver — secrets never in env files, ConfigMaps, or images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86984" y="3191256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etcd Secrets encrypted with KMS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60336" y="822960"/>
            <a:ext cx="1645920" cy="3977640"/>
          </a:xfrm>
          <a:prstGeom prst="roundRect">
            <a:avLst>
              <a:gd name="adj" fmla="val 4444"/>
            </a:avLst>
          </a:prstGeom>
          <a:solidFill>
            <a:srgbClr val="0A1A1A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54696" y="932688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6" name="Text 34"/>
          <p:cNvSpPr/>
          <p:nvPr/>
        </p:nvSpPr>
        <p:spPr>
          <a:xfrm>
            <a:off x="7854696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60336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51776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Snyk: dependency CVE scanning on every CI run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51776" y="25328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 SAST: static analysis on every CI run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51776" y="3191256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Trivy: filesystem + container image scan on every CI run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— IAM Roles for Service Accounts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Registration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publishes OIDC issuer URL → Terraform registers as IAM Identity Provider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173736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7452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0A2A1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7568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+ Trust Policy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sts:AssumeRoleWithWebIdentity only from system:serviceaccount:production:user-service-sa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278892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2608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1A0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2724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Starts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spec sets serviceAccountName: user-service-sa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77440" y="384048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97764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0A0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17880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Injection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361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Pod Identity Webhook injects AWS_ROLE_ARN + AWS_WEB_IDENTITY_TOKEN_FILE (24hr projected token)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82296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2A0A1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2412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 AssumeRole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Driver reads token → calls sts:AssumeRoleWithWebIdentity → gets temp credentials (1hr TTL, auto-rotated)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173736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87452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1A1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07568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Fetch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Driver calls Secrets Manager → fetches vastraco/db-creds and vastraco/jwt-secret → mounts as K8s Secret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12280" y="278892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926080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0A2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27248"/>
            <a:ext cx="457200" cy="457200"/>
          </a:xfrm>
          <a:prstGeom prst="ellipse">
            <a:avLst/>
          </a:prstGeom>
          <a:solidFill>
            <a:srgbClr val="00B4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Env Vars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reads from K8s Secret: USER_DB_HOST, USER_DB_PASSWORD, JWT_SECRET — zero static credentials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4754880"/>
            <a:ext cx="8686800" cy="201168"/>
          </a:xfrm>
          <a:prstGeom prst="roundRect">
            <a:avLst>
              <a:gd name="adj" fmla="val 36364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0040" y="477316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static credentials anywhere — temporary STS tokens rotated every 1 hour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— Production Namespace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029200" cy="457200"/>
          </a:xfrm>
          <a:prstGeom prst="roundRect">
            <a:avLst>
              <a:gd name="adj" fmla="val 14000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2960"/>
            <a:ext cx="4937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Deployments (HPA min=2 max=5, CPU=70%)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417320"/>
            <a:ext cx="4809744" cy="457200"/>
          </a:xfrm>
          <a:prstGeom prst="roundRect">
            <a:avLst>
              <a:gd name="adj" fmla="val 14000"/>
            </a:avLst>
          </a:prstGeom>
          <a:solidFill>
            <a:srgbClr val="0A2A1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417320"/>
            <a:ext cx="4718304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ReplicaSets → 10 Pods (2 replicas per service)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" y="2011680"/>
            <a:ext cx="4590288" cy="457200"/>
          </a:xfrm>
          <a:prstGeom prst="roundRect">
            <a:avLst>
              <a:gd name="adj" fmla="val 14000"/>
            </a:avLst>
          </a:prstGeom>
          <a:solidFill>
            <a:srgbClr val="1A0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" y="2011680"/>
            <a:ext cx="449884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ClusterIP Services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06040"/>
            <a:ext cx="4370832" cy="457200"/>
          </a:xfrm>
          <a:prstGeom prst="roundRect">
            <a:avLst>
              <a:gd name="adj" fmla="val 14000"/>
            </a:avLst>
          </a:prstGeom>
          <a:solidFill>
            <a:srgbClr val="0A1A1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" y="2606040"/>
            <a:ext cx="42793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Gateway: vastraco-gateway (kgateway / Envoy)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0" y="3063240"/>
            <a:ext cx="0" cy="13716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200400"/>
            <a:ext cx="4151376" cy="457200"/>
          </a:xfrm>
          <a:prstGeom prst="roundRect">
            <a:avLst>
              <a:gd name="adj" fmla="val 14000"/>
            </a:avLst>
          </a:prstGeom>
          <a:solidFill>
            <a:srgbClr val="1A1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3200400"/>
            <a:ext cx="405993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HTTPRoute: vastraco-routes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Rules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88720"/>
          <a:ext cx="356616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Prefix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/api/orders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order-service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/api/categories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/api/products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/api/ai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 (catch-all)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440680" y="4114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32120" y="4160520"/>
            <a:ext cx="3383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(not Ingress)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kgateway — Envoy-based data plane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ServerSideApply=true for conflict resolution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Flow — CSI Driver + AWS Secrets Manager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200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C840E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Secrets Manager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vastraco/db-creds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261872"/>
            <a:ext cx="1371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{host, username, password}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vastraco/jwt-secret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{jwt_secret}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vastraco/app-secrets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121408"/>
            <a:ext cx="1371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{groq_api_key, groq_model}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2697480"/>
            <a:ext cx="0" cy="320040"/>
          </a:xfrm>
          <a:prstGeom prst="line">
            <a:avLst/>
          </a:prstGeom>
          <a:noFill/>
          <a:ln w="25400">
            <a:solidFill>
              <a:srgbClr val="C84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IRSA temp credentials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A1A3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SecretProviderClass  (jmesPath extraction)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3611880"/>
            <a:ext cx="0" cy="274320"/>
          </a:xfrm>
          <a:prstGeom prst="line">
            <a:avLst/>
          </a:prstGeom>
          <a:noFill/>
          <a:ln w="25400">
            <a:solidFill>
              <a:srgbClr val="00B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630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Driver mounts on pod start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0A1A0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931920"/>
            <a:ext cx="31089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Secret  (user-service-secret, product-service-secret, …)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20440" y="4169664"/>
            <a:ext cx="4572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352044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0A2A1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6908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Environment Variables (secretKeyRef)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3913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USER_DB_HOST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0" y="3913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USER_DB_PASSWORD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9080" y="4261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4261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9080" y="46085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PRODUCT_DB_HOST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77640" y="77724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69080" y="822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69080" y="1188720"/>
            <a:ext cx="4754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are never stored in Git, ConfigMaps, Docker images, or plain Kubernetes Secrets manually.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flow exclusively from AWS Secrets Manager on pod startup, injected via CSI Driver using short-lived IRSA credentials.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CI/CD — GitHub Actions + ArgoCD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82296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01368" y="128016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822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2A1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4248" y="82296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detect-changes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(paths-filter)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84448" y="128016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822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2A0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7328" y="82296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Security Gates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 · Snyk · Trivy FS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67528" y="128016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0408" y="822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1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50408" y="82296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Image Scan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ECR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50608" y="128016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822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1A1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33488" y="82296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build-metadata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" y="28346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1A0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CD: yq update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values-production.yaml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01368" y="329184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84248" y="28346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2A2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84248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vastraCo-helm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84448" y="329184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28346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0A2A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67328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detects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repo change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kubectl apply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67528" y="3291840"/>
            <a:ext cx="182880" cy="0"/>
          </a:xfrm>
          <a:prstGeom prst="line">
            <a:avLst/>
          </a:prstGeom>
          <a:noFill/>
          <a:ln w="19050">
            <a:solidFill>
              <a:srgbClr val="00B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0408" y="28346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1A2A0A"/>
          </a:solidFill>
          <a:ln w="127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0408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checks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1920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tag format: 7-char git SHA  e.g.  11fcd17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737360"/>
            <a:ext cx="0" cy="1097280"/>
          </a:xfrm>
          <a:prstGeom prst="line">
            <a:avLst/>
          </a:prstGeom>
          <a:noFill/>
          <a:ln w="12700">
            <a:solidFill>
              <a:srgbClr val="00E5A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480560" y="2834640"/>
            <a:ext cx="0" cy="0"/>
          </a:xfrm>
          <a:prstGeom prst="line">
            <a:avLst/>
          </a:prstGeom>
          <a:noFill/>
          <a:ln w="12700">
            <a:solidFill>
              <a:srgbClr val="00E5A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28600" y="3977640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4041648"/>
            <a:ext cx="8503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GitOps: 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Helm repo change → Renders templates → kubectl apply → Rolling update → </a:t>
            </a:r>
            <a:r>
              <a:rPr lang="en-US" sz="10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Smoke tests → Email notification (success/failure)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— Git as Single Source of Truth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0A1A3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EF7B4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Applications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7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vastraco-production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charts/vastraco-services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Revision: main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Values: values.yaml + values-production.yaml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7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vastraco-kgateway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kgateway/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182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Gateway + HTTPRoute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production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51960" cy="2926080"/>
          </a:xfrm>
          <a:prstGeom prst="roundRect">
            <a:avLst>
              <a:gd name="adj" fmla="val 2500"/>
            </a:avLst>
          </a:prstGeom>
          <a:solidFill>
            <a:srgbClr val="0A1A0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2296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822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2618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536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prune: true      # removes resources deleted from Git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8105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selfHeal: true   # reverts manual kubectl changes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084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syncOptions: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359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CreateNamespace=true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633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ServerSideApply=true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9077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1821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limit: 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564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backoff: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7307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duration: 5s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0050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factor: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4279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maxDuration: 3m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31920"/>
            <a:ext cx="8686800" cy="896112"/>
          </a:xfrm>
          <a:prstGeom prst="roundRect">
            <a:avLst>
              <a:gd name="adj" fmla="val 8163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4005072"/>
            <a:ext cx="85039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drift between cluster state and Git is automatically corrected. Rollback = </a:t>
            </a: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Full audit trail in Git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— One Chart, Five Microservices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0A1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0F168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vastraco-services/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53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Chart.yaml         (version: 0.1.0)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6733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values.yaml        (defaults: tag=latest)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8928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values-production.yaml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(real tags, IRSA ARNs, resource limits)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templates/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25511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deployment.yaml      ({{range}} all services)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service.yaml         (ClusterIP per service)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990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configmap.yaml       (non-secret env vars)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3209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secretproviderclass.yaml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3429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serviceaccount.yaml  (IRSA annotation)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3648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hpa.yaml             (min=2, max=5, CPU=70%)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0A2A1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822960"/>
            <a:ext cx="4343400" cy="347472"/>
          </a:xfrm>
          <a:prstGeom prst="roundRect">
            <a:avLst>
              <a:gd name="adj" fmla="val 18421"/>
            </a:avLst>
          </a:prstGeom>
          <a:solidFill>
            <a:srgbClr val="00E5A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8229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Image Tag Update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12344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yq e '.services."user-service"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14721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.image.tag = "11fcd17"' \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70992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 values-production.yaml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19476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218541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commit → ArgoCD detects → sync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265176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0A1A3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651760"/>
            <a:ext cx="4343400" cy="320040"/>
          </a:xfrm>
          <a:prstGeom prst="roundRect">
            <a:avLst>
              <a:gd name="adj" fmla="val 20000"/>
            </a:avLst>
          </a:prstGeom>
          <a:solidFill>
            <a:srgbClr val="00B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651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Production Tags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2648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06dd0d5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user-service: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11fcd17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product-service: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26480" y="3566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11fcd17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5800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order-service: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2104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11fcd17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5800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ai-service: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21040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06dd0d5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4005072"/>
            <a:ext cx="8686800" cy="804672"/>
          </a:xfrm>
          <a:prstGeom prst="roundRect">
            <a:avLst>
              <a:gd name="adj" fmla="val 9091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4059936"/>
            <a:ext cx="85039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Helm chart with {{range .Values.services}} loops — one template, five deployments. ArgoCD applies on every values-production.yaml commit.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Shopping Assistant — Groq + LangGraph + FastAPI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A1A3A"/>
          </a:solidFill>
          <a:ln w="254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804672"/>
            <a:ext cx="1965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239012"/>
            <a:ext cx="228600" cy="0"/>
          </a:xfrm>
          <a:prstGeom prst="line">
            <a:avLst/>
          </a:prstGeom>
          <a:noFill/>
          <a:ln w="25400">
            <a:solidFill>
              <a:srgbClr val="00B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80467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A2A1A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804672"/>
            <a:ext cx="1965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ai-service:3004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239012"/>
            <a:ext cx="2286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0467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A0A3A"/>
          </a:solidFill>
          <a:ln w="25400">
            <a:solidFill>
              <a:srgbClr val="C840E9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804672"/>
            <a:ext cx="1965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239012"/>
            <a:ext cx="228600" cy="0"/>
          </a:xfrm>
          <a:prstGeom prst="line">
            <a:avLst/>
          </a:prstGeom>
          <a:noFill/>
          <a:ln w="25400">
            <a:solidFill>
              <a:srgbClr val="C840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80467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A1A0A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04672"/>
            <a:ext cx="1965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 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A2A1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185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product_search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4231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calls product-service:3002 (catalog queries)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77063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1A0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8072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order_history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044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calls order-service:3003 (order lookup)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456432"/>
            <a:ext cx="4206240" cy="0"/>
          </a:xfrm>
          <a:prstGeom prst="line">
            <a:avLst/>
          </a:prstGeom>
          <a:noFill/>
          <a:ln w="12700">
            <a:solidFill>
              <a:srgbClr val="00B4F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70916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Streamed SSE response back to frontend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2167128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1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2203704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" y="220370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+ FastAPI + LangGraph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633472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2670048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5568" y="2670048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key from vastraco/app-secrets (Secrets Manager)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099816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1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" y="3136392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5568" y="3136392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→ never hardcoded, never in image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566160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" y="3602736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Startup: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5568" y="3602736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validate_groq_connectivity() → pod unhealthy if Groq unreachable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4032504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1A2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0040" y="4069080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" y="4069080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vastraco.online, www.vastraco.online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4498848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4535424"/>
            <a:ext cx="822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5568" y="453542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/api/ai prefix, Gateway API route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— CloudWatch · SNS · Structured Logging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Alarms → SNS → harshithasrinivask@gmail.com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502920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Node CPU 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4D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AA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5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CPU 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4D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AA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5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 5XX Errors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4D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10 errors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AA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1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Storage 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4D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 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AA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5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822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Groups  (all KMS-encrypted)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17043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216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/aws/eks/vastraco-production/cluster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577840" y="14904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 7 days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185623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1901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/vastraco/production/application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577840" y="21762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 14 days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0" y="2542032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A24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12"/>
          <p:cNvSpPr/>
          <p:nvPr/>
        </p:nvSpPr>
        <p:spPr>
          <a:xfrm>
            <a:off x="5577840" y="2587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/aws/rds/instance/.../postgresql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77840" y="28620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 7 days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" y="34107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Control Plane Logs Enabled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3721608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" y="3721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965960" y="3721608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65960" y="3721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703320" y="3721608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03320" y="3721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authenticator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40680" y="3721608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0680" y="3721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controllerManager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178040" y="3721608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0A1A3A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3721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4206240"/>
            <a:ext cx="8686800" cy="640080"/>
          </a:xfrm>
          <a:prstGeom prst="roundRect">
            <a:avLst>
              <a:gd name="adj" fmla="val 11429"/>
            </a:avLst>
          </a:prstGeom>
          <a:solidFill>
            <a:srgbClr val="0F2D45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20040" y="4270248"/>
            <a:ext cx="8503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logging on all services · Alarm actions → SNS → Email · All metric data encrypted with KMS CMK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VastraCo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 &amp;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804672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0A1A30"/>
          </a:solidFill>
          <a:ln w="25400">
            <a:solidFill>
              <a:srgbClr val="00B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9418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353312"/>
            <a:ext cx="2240280" cy="0"/>
          </a:xfrm>
          <a:prstGeom prst="line">
            <a:avLst/>
          </a:prstGeom>
          <a:noFill/>
          <a:ln w="12700">
            <a:solidFill>
              <a:srgbClr val="00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9047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over IAM users (zero static credentials)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Driver over K8s Secrets for injection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267919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CMK encrypts everything at rest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327355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4-layer: Edge → Network → Identity →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804672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0A2A1A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82112" y="9418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Principle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1353312"/>
            <a:ext cx="2240280" cy="0"/>
          </a:xfrm>
          <a:prstGeom prst="line">
            <a:avLst/>
          </a:prstGeom>
          <a:noFill/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49047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single source of truth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9272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self-heals cluster drift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9272" y="267919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updates Helm values via yq — no imperative kubectl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9272" y="327355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in Git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804672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1A0A30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9418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1353312"/>
            <a:ext cx="2240280" cy="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149047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(kgateway) over legacy Ingress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0216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Multi-origin CloudFront (ALB + S3)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0216" y="267919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remote state with DynamoDB locking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0216" y="327355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auto-scaling per service (min=2, max=5)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" y="413308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44074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FF9900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01168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56816" y="44074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7B42BC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56816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12464" y="44074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F1689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712464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68112" y="44074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EF7B4D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68112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23760" y="44074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2088FF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01168" y="47548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F55036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01168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956816" y="47548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09688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956816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12464" y="47548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61DAFB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712464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68112" y="47548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336791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68112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23760" y="47548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FF9900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1718</Words>
  <Application>Microsoft Office PowerPoint</Application>
  <PresentationFormat>On-screen Show (16:9)</PresentationFormat>
  <Paragraphs>396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VastraCo — Cloud-Native E-Commerce Platform on AWS</dc:title>
  <dc:subject>PptxGenJS Presentation</dc:subject>
  <dc:creator>VastraCo Engineering</dc:creator>
  <cp:lastModifiedBy>Harshitha S</cp:lastModifiedBy>
  <cp:revision>2</cp:revision>
  <dcterms:created xsi:type="dcterms:W3CDTF">2026-06-25T17:17:16Z</dcterms:created>
  <dcterms:modified xsi:type="dcterms:W3CDTF">2026-06-26T03:48:13Z</dcterms:modified>
</cp:coreProperties>
</file>